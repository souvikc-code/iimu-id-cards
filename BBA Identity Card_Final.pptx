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8" r:id="rId3"/>
  </p:sldIdLst>
  <p:sldSz cx="3086100" cy="1943100"/>
  <p:notesSz cx="6858000" cy="9144000"/>
  <p:embeddedFontLst>
    <p:embeddedFont>
      <p:font typeface="Nirmala Text" panose="020B0502040204020203" pitchFamily="34" charset="0"/>
      <p:regular r:id="rId4"/>
      <p:bold r:id="rId5"/>
    </p:embeddedFont>
    <p:embeddedFont>
      <p:font typeface="Nirmala UI" panose="020B0502040204020203" pitchFamily="34" charset="0"/>
      <p:regular r:id="rId6"/>
      <p:bold r:id="rId7"/>
    </p:embeddedFont>
    <p:embeddedFont>
      <p:font typeface="Noto Sans" panose="020B0502040504020204" pitchFamily="34" charset="0"/>
      <p:regular r:id="rId8"/>
      <p:bold r:id="rId9"/>
      <p:italic r:id="rId10"/>
      <p:boldItalic r:id="rId11"/>
    </p:embeddedFont>
    <p:embeddedFont>
      <p:font typeface="Serifa BT" panose="02060703030505020204" pitchFamily="18" charset="0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7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00" d="100"/>
          <a:sy n="400" d="100"/>
        </p:scale>
        <p:origin x="3196" y="9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668780"/>
            <a:ext cx="3086100" cy="201168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1">
              <a:latin typeface="Serifa BT" panose="0206070303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828801"/>
            <a:ext cx="3086100" cy="114299"/>
          </a:xfrm>
          <a:prstGeom prst="rect">
            <a:avLst/>
          </a:prstGeom>
          <a:solidFill>
            <a:srgbClr val="48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1">
              <a:latin typeface="Serifa BT" panose="020607030305050202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440" y="603503"/>
            <a:ext cx="731520" cy="896112"/>
          </a:xfrm>
          <a:prstGeom prst="rect">
            <a:avLst/>
          </a:prstGeom>
          <a:solidFill>
            <a:srgbClr val="D9DDE1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1">
              <a:latin typeface="Serifa BT" panose="020607030305050202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" y="943837"/>
            <a:ext cx="7315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" b="1" noProof="1">
                <a:solidFill>
                  <a:srgbClr val="FFFFFF"/>
                </a:solidFill>
                <a:latin typeface="Serifa BT" panose="02060703030505020204" pitchFamily="18" charset="0"/>
              </a:rPr>
              <a:t>PHOTO
&lt;&lt;PHOTO&gt;&gt;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26920"/>
            <a:ext cx="2116146" cy="1692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500" b="1" noProof="1">
                <a:solidFill>
                  <a:srgbClr val="000000"/>
                </a:solidFill>
                <a:latin typeface="Serifa BT" panose="02060703030505020204" pitchFamily="18" charset="0"/>
              </a:rPr>
              <a:t>&lt;&lt;STUDENT NAME (EN)&gt;&gt;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713892"/>
            <a:ext cx="2116146" cy="7089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400" b="1" noProof="1">
                <a:solidFill>
                  <a:srgbClr val="000000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कार्यक्रम: बैचलर ऑफ बिज़नेस एडमिनिस्ट्रेशन (बीबीए)</a:t>
            </a:r>
            <a:endParaRPr lang="en-US" sz="400" b="1" noProof="1">
              <a:solidFill>
                <a:srgbClr val="000000"/>
              </a:solidFill>
              <a:latin typeface="Serifa BT" panose="02060703030505020204" pitchFamily="18" charset="0"/>
            </a:endParaRP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400" noProof="1">
                <a:solidFill>
                  <a:srgbClr val="000000"/>
                </a:solidFill>
                <a:latin typeface="Serifa BT" panose="02060703030505020204" pitchFamily="18" charset="0"/>
              </a:rPr>
              <a:t>Program: Bachelor of Business Administration (BBA) 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sz="200" b="1" noProof="1">
              <a:solidFill>
                <a:srgbClr val="000000"/>
              </a:solidFill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400" b="1" noProof="1">
                <a:solidFill>
                  <a:srgbClr val="000000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स्तर: &lt;&lt;CREDENTIAL&gt;&gt;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lang="en-US" sz="400" b="0" noProof="1">
                <a:solidFill>
                  <a:srgbClr val="000000"/>
                </a:solidFill>
                <a:latin typeface="Serifa BT" panose="02060703030505020204" pitchFamily="18" charset="0"/>
              </a:rPr>
              <a:t>Level: &lt;&lt;CREDENTIAL&gt;&gt;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sz="200" b="1" noProof="1">
              <a:solidFill>
                <a:srgbClr val="000000"/>
              </a:solidFill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400" b="1" noProof="1">
                <a:solidFill>
                  <a:srgbClr val="000000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नामांकन संख्या / </a:t>
            </a:r>
            <a:r>
              <a:rPr lang="en-US" sz="400" noProof="1">
                <a:solidFill>
                  <a:srgbClr val="000000"/>
                </a:solidFill>
                <a:latin typeface="Serifa BT" panose="02060703030505020204" pitchFamily="18" charset="0"/>
              </a:rPr>
              <a:t>Enrolment No.: </a:t>
            </a:r>
            <a:r>
              <a:rPr lang="en-US" sz="400" b="1" noProof="1">
                <a:solidFill>
                  <a:srgbClr val="000000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&lt;&lt;ENROLMENT NO&gt;&gt;</a:t>
            </a:r>
            <a:endParaRPr lang="en-US" sz="400" b="0" noProof="1">
              <a:solidFill>
                <a:srgbClr val="000000"/>
              </a:solidFill>
              <a:latin typeface="Serifa BT" panose="020607030305050202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293186" y="1628019"/>
            <a:ext cx="731520" cy="914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1">
              <a:latin typeface="Serifa BT" panose="020607030305050202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097858" y="1628019"/>
            <a:ext cx="914400" cy="9144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1">
              <a:latin typeface="Serifa BT" panose="0206070303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93186" y="1637950"/>
            <a:ext cx="73152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hi-IN" sz="400" b="1" noProof="1">
                <a:solidFill>
                  <a:srgbClr val="444444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विद्यार्थी</a:t>
            </a:r>
            <a:r>
              <a:rPr lang="en-US" sz="400" b="1" noProof="1">
                <a:solidFill>
                  <a:srgbClr val="444444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/ </a:t>
            </a:r>
            <a:r>
              <a:rPr lang="en-US" sz="400" noProof="1">
                <a:solidFill>
                  <a:srgbClr val="444444"/>
                </a:solidFill>
                <a:latin typeface="Serifa BT" panose="02060703030505020204" pitchFamily="18" charset="0"/>
              </a:rPr>
              <a:t>Student </a:t>
            </a:r>
          </a:p>
          <a:p>
            <a:pPr algn="ctr">
              <a:spcAft>
                <a:spcPts val="0"/>
              </a:spcAft>
            </a:pPr>
            <a:r>
              <a:rPr lang="en-US" sz="400" noProof="1">
                <a:solidFill>
                  <a:srgbClr val="444444"/>
                </a:solidFill>
                <a:latin typeface="Serifa BT" panose="02060703030505020204" pitchFamily="18" charset="0"/>
              </a:rPr>
              <a:t>(BBA Program)</a:t>
            </a:r>
            <a:endParaRPr lang="en-US" sz="400" b="0" noProof="1">
              <a:solidFill>
                <a:srgbClr val="444444"/>
              </a:solidFill>
              <a:latin typeface="Serifa BT" panose="020607030305050202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097858" y="1637950"/>
            <a:ext cx="9144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hi-IN" sz="400" b="1" noProof="1">
                <a:solidFill>
                  <a:srgbClr val="444444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अध्यक्ष</a:t>
            </a:r>
            <a:r>
              <a:rPr lang="en-US" sz="400" b="1" noProof="1">
                <a:solidFill>
                  <a:srgbClr val="444444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/ </a:t>
            </a:r>
            <a:r>
              <a:rPr lang="en-US" sz="400" b="0" noProof="1">
                <a:solidFill>
                  <a:srgbClr val="444444"/>
                </a:solidFill>
                <a:latin typeface="Serifa BT" panose="02060703030505020204" pitchFamily="18" charset="0"/>
              </a:rPr>
              <a:t>Chairperson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" b="0" noProof="1">
                <a:solidFill>
                  <a:srgbClr val="444444"/>
                </a:solidFill>
                <a:latin typeface="Serifa BT" panose="02060703030505020204" pitchFamily="18" charset="0"/>
              </a:rPr>
              <a:t>(BBA Program)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1819167"/>
            <a:ext cx="3086099" cy="153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400" b="1" noProof="1">
                <a:solidFill>
                  <a:schemeClr val="bg2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वैधता / </a:t>
            </a:r>
            <a:r>
              <a:rPr lang="en-US" sz="400" b="1" noProof="1">
                <a:solidFill>
                  <a:schemeClr val="bg2"/>
                </a:solidFill>
                <a:latin typeface="Serifa BT" panose="02060703030505020204" pitchFamily="18" charset="0"/>
              </a:rPr>
              <a:t>VALID TILL: 31/05/2027</a:t>
            </a:r>
            <a:endParaRPr lang="en-US" sz="400" b="0" noProof="1">
              <a:solidFill>
                <a:schemeClr val="bg2"/>
              </a:solidFill>
              <a:latin typeface="Serifa BT" panose="020607030305050202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C026BEB-55AF-C2C7-5EFA-DBF6E9032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49" y="37836"/>
            <a:ext cx="1117600" cy="31091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E261E399-529B-4886-3DAA-2BBEAE740D67}"/>
              </a:ext>
            </a:extLst>
          </p:cNvPr>
          <p:cNvSpPr/>
          <p:nvPr/>
        </p:nvSpPr>
        <p:spPr>
          <a:xfrm>
            <a:off x="0" y="384048"/>
            <a:ext cx="3086100" cy="27432"/>
          </a:xfrm>
          <a:prstGeom prst="rect">
            <a:avLst/>
          </a:prstGeom>
          <a:solidFill>
            <a:srgbClr val="48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1">
              <a:latin typeface="Serifa BT" panose="0206070303050502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8C98E9-9E51-4387-0D80-9DDFED490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763" y="1386933"/>
            <a:ext cx="280987" cy="2286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4A4CD-F68E-61A3-1CD7-38D3A400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749C8C-0B79-EF13-465B-2CA31DAF1259}"/>
              </a:ext>
            </a:extLst>
          </p:cNvPr>
          <p:cNvSpPr/>
          <p:nvPr/>
        </p:nvSpPr>
        <p:spPr>
          <a:xfrm>
            <a:off x="0" y="1629057"/>
            <a:ext cx="3086100" cy="240891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1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1AA774-453C-947C-3C54-0F68C85F7CAD}"/>
              </a:ext>
            </a:extLst>
          </p:cNvPr>
          <p:cNvSpPr/>
          <p:nvPr/>
        </p:nvSpPr>
        <p:spPr>
          <a:xfrm>
            <a:off x="0" y="1827714"/>
            <a:ext cx="3086100" cy="115386"/>
          </a:xfrm>
          <a:prstGeom prst="rect">
            <a:avLst/>
          </a:prstGeom>
          <a:solidFill>
            <a:srgbClr val="48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1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7CCFAF-AF09-5B9D-E88F-C919647E6757}"/>
              </a:ext>
            </a:extLst>
          </p:cNvPr>
          <p:cNvSpPr/>
          <p:nvPr/>
        </p:nvSpPr>
        <p:spPr>
          <a:xfrm>
            <a:off x="2271298" y="719256"/>
            <a:ext cx="566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noProof="1">
              <a:latin typeface="Nirmala Text" panose="020B0502040204020203" pitchFamily="34" charset="0"/>
              <a:ea typeface="Nirmala Text" panose="020B0502040204020203" pitchFamily="34" charset="0"/>
              <a:cs typeface="Nirmala Tex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31E2D-3CE8-580B-E7FC-DB495C6E83D8}"/>
              </a:ext>
            </a:extLst>
          </p:cNvPr>
          <p:cNvSpPr txBox="1"/>
          <p:nvPr/>
        </p:nvSpPr>
        <p:spPr>
          <a:xfrm>
            <a:off x="2271298" y="888498"/>
            <a:ext cx="566928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00" b="1" noProof="1">
                <a:solidFill>
                  <a:srgbClr val="444444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QR
&lt;&lt;VERIFY&gt;&gt;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9659F7-4F08-3AE1-6F76-6EA5A5E1F439}"/>
              </a:ext>
            </a:extLst>
          </p:cNvPr>
          <p:cNvSpPr txBox="1"/>
          <p:nvPr/>
        </p:nvSpPr>
        <p:spPr>
          <a:xfrm>
            <a:off x="91440" y="1634388"/>
            <a:ext cx="299466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400" noProof="1"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संपर्क करें</a:t>
            </a:r>
            <a:r>
              <a:rPr lang="en-US" sz="400" noProof="1">
                <a:latin typeface="Noto Sans"/>
              </a:rPr>
              <a:t> / Contact ☎ +91 88 5201 8822 | +91 88 5401 8822</a:t>
            </a:r>
          </a:p>
          <a:p>
            <a:r>
              <a:rPr lang="en-US" sz="400" noProof="1">
                <a:latin typeface="Noto Sans"/>
              </a:rPr>
              <a:t>🕘 </a:t>
            </a:r>
            <a:r>
              <a:rPr lang="en-US" sz="400" noProof="1"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सोमवार–शुक्रवार</a:t>
            </a:r>
            <a:r>
              <a:rPr lang="en-US" sz="400" noProof="1">
                <a:latin typeface="Noto Sans"/>
              </a:rPr>
              <a:t> / Monday–Friday | </a:t>
            </a:r>
            <a:r>
              <a:rPr lang="en-US" sz="400" noProof="1"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सुबह</a:t>
            </a:r>
            <a:r>
              <a:rPr lang="en-US" sz="400" noProof="1">
                <a:latin typeface="Noto Sans"/>
              </a:rPr>
              <a:t> 10:00 </a:t>
            </a:r>
            <a:r>
              <a:rPr lang="en-US" sz="400" noProof="1"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बजे</a:t>
            </a:r>
            <a:r>
              <a:rPr lang="en-US" sz="400" noProof="1">
                <a:latin typeface="Noto Sans"/>
              </a:rPr>
              <a:t> – </a:t>
            </a:r>
            <a:r>
              <a:rPr lang="en-US" sz="400" noProof="1"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शाम</a:t>
            </a:r>
            <a:r>
              <a:rPr lang="en-US" sz="400" noProof="1">
                <a:latin typeface="Noto Sans"/>
              </a:rPr>
              <a:t> 5:00 </a:t>
            </a:r>
            <a:r>
              <a:rPr lang="en-US" sz="400" noProof="1"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बजे</a:t>
            </a:r>
            <a:r>
              <a:rPr lang="en-US" sz="400" noProof="1">
                <a:latin typeface="Noto Sans"/>
              </a:rPr>
              <a:t> (IST) / 10:00 AM – 5:00 PM (IST)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EB7342-7F86-D15E-4757-0813F77C4B2B}"/>
              </a:ext>
            </a:extLst>
          </p:cNvPr>
          <p:cNvSpPr txBox="1"/>
          <p:nvPr/>
        </p:nvSpPr>
        <p:spPr>
          <a:xfrm>
            <a:off x="100384" y="1002720"/>
            <a:ext cx="162179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400" b="1" noProof="1">
                <a:solidFill>
                  <a:srgbClr val="000000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आवासीय पता </a:t>
            </a:r>
            <a:r>
              <a:rPr lang="en-US" sz="400" b="1" noProof="1">
                <a:solidFill>
                  <a:srgbClr val="000000"/>
                </a:solidFill>
                <a:latin typeface="Serifa BT" panose="02060703030505020204" pitchFamily="18" charset="0"/>
              </a:rPr>
              <a:t>/ Residential </a:t>
            </a:r>
            <a:r>
              <a:rPr lang="en-US" sz="400" b="0" noProof="1">
                <a:solidFill>
                  <a:srgbClr val="000000"/>
                </a:solidFill>
                <a:latin typeface="Serifa BT" panose="02060703030505020204" pitchFamily="18" charset="0"/>
              </a:rPr>
              <a:t>Address: </a:t>
            </a:r>
          </a:p>
          <a:p>
            <a:pPr>
              <a:spcAft>
                <a:spcPts val="0"/>
              </a:spcAft>
            </a:pPr>
            <a:endParaRPr lang="en-US" sz="400" b="0" noProof="1">
              <a:solidFill>
                <a:srgbClr val="000000"/>
              </a:solidFill>
              <a:latin typeface="Serifa BT" panose="020607030305050202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400" noProof="1">
                <a:solidFill>
                  <a:srgbClr val="000000"/>
                </a:solidFill>
                <a:latin typeface="Serifa BT" panose="02060703030505020204" pitchFamily="18" charset="0"/>
              </a:rPr>
              <a:t>&lt;&lt;RESIDENTIAL ADDRESS IN ENGLISH (LINE 1)&gt;&gt;</a:t>
            </a:r>
          </a:p>
          <a:p>
            <a:endParaRPr lang="en-US" sz="400" noProof="1">
              <a:solidFill>
                <a:srgbClr val="000000"/>
              </a:solidFill>
              <a:latin typeface="Serifa BT" panose="02060703030505020204" pitchFamily="18" charset="0"/>
            </a:endParaRPr>
          </a:p>
          <a:p>
            <a:r>
              <a:rPr lang="en-US" sz="400" noProof="1">
                <a:solidFill>
                  <a:srgbClr val="000000"/>
                </a:solidFill>
                <a:latin typeface="Serifa BT" panose="02060703030505020204" pitchFamily="18" charset="0"/>
              </a:rPr>
              <a:t>&lt;&lt;RESIDENTIAL ADDRESS IN ENGLISH (LINE 2)&gt;&gt;</a:t>
            </a:r>
          </a:p>
          <a:p>
            <a:pPr>
              <a:spcAft>
                <a:spcPts val="0"/>
              </a:spcAft>
            </a:pPr>
            <a:endParaRPr lang="en-US" sz="400" noProof="1">
              <a:solidFill>
                <a:srgbClr val="000000"/>
              </a:solidFill>
              <a:latin typeface="Serifa BT" panose="02060703030505020204" pitchFamily="18" charset="0"/>
            </a:endParaRPr>
          </a:p>
          <a:p>
            <a:r>
              <a:rPr lang="en-US" sz="400" noProof="1">
                <a:solidFill>
                  <a:srgbClr val="000000"/>
                </a:solidFill>
                <a:latin typeface="Serifa BT" panose="02060703030505020204" pitchFamily="18" charset="0"/>
              </a:rPr>
              <a:t>&lt;&lt;RESIDENTIAL ADDRESS IN ENGLISH (LINE 3)&gt;&gt;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A151F4-252F-41B9-C7F5-B95FC2DA0B63}"/>
              </a:ext>
            </a:extLst>
          </p:cNvPr>
          <p:cNvSpPr txBox="1"/>
          <p:nvPr/>
        </p:nvSpPr>
        <p:spPr>
          <a:xfrm>
            <a:off x="100384" y="519201"/>
            <a:ext cx="10820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400" b="1" noProof="1">
                <a:solidFill>
                  <a:srgbClr val="000000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जन्म तिथि </a:t>
            </a:r>
            <a:r>
              <a:rPr lang="en-US" sz="400" b="1" noProof="1">
                <a:solidFill>
                  <a:srgbClr val="000000"/>
                </a:solidFill>
                <a:latin typeface="Serifa BT" panose="02060703030505020204" pitchFamily="18" charset="0"/>
              </a:rPr>
              <a:t>/ </a:t>
            </a:r>
            <a:r>
              <a:rPr lang="en-US" sz="400" noProof="1">
                <a:solidFill>
                  <a:srgbClr val="000000"/>
                </a:solidFill>
                <a:latin typeface="Serifa BT" panose="02060703030505020204" pitchFamily="18" charset="0"/>
              </a:rPr>
              <a:t>Date of Birth:</a:t>
            </a:r>
          </a:p>
          <a:p>
            <a:endParaRPr lang="en-US" sz="400" noProof="1">
              <a:solidFill>
                <a:srgbClr val="000000"/>
              </a:solidFill>
              <a:latin typeface="Serifa BT" panose="02060703030505020204" pitchFamily="18" charset="0"/>
            </a:endParaRPr>
          </a:p>
          <a:p>
            <a:r>
              <a:rPr lang="en-US" sz="400" b="1" noProof="1">
                <a:solidFill>
                  <a:srgbClr val="000000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मोबाइल / </a:t>
            </a:r>
            <a:r>
              <a:rPr lang="en-US" sz="400" b="1" noProof="1">
                <a:solidFill>
                  <a:srgbClr val="000000"/>
                </a:solidFill>
                <a:latin typeface="Serifa BT" panose="02060703030505020204" pitchFamily="18" charset="0"/>
                <a:ea typeface="Nirmala Text" panose="020B0502040204020203" pitchFamily="34" charset="0"/>
                <a:cs typeface="Nirmala Text" panose="020B0502040204020203" pitchFamily="34" charset="0"/>
              </a:rPr>
              <a:t>Mobile : &lt;&lt;MOBILE&gt;&gt;</a:t>
            </a:r>
          </a:p>
          <a:p>
            <a:endParaRPr lang="en-US" sz="400" b="1" noProof="1">
              <a:solidFill>
                <a:srgbClr val="000000"/>
              </a:solidFill>
              <a:latin typeface="Serifa BT" panose="02060703030505020204" pitchFamily="18" charset="0"/>
              <a:ea typeface="Nirmala Text" panose="020B0502040204020203" pitchFamily="34" charset="0"/>
              <a:cs typeface="Nirmala Text" panose="020B0502040204020203" pitchFamily="34" charset="0"/>
            </a:endParaRPr>
          </a:p>
          <a:p>
            <a:r>
              <a:rPr lang="hi-IN" sz="400" b="1" noProof="1">
                <a:solidFill>
                  <a:srgbClr val="000000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ईमेल</a:t>
            </a:r>
            <a:r>
              <a:rPr lang="en-US" sz="400" b="1" noProof="1">
                <a:solidFill>
                  <a:srgbClr val="000000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 </a:t>
            </a:r>
            <a:r>
              <a:rPr lang="en-US" sz="400" b="1" noProof="1">
                <a:solidFill>
                  <a:srgbClr val="000000"/>
                </a:solidFill>
                <a:latin typeface="Serifa BT" panose="02060703030505020204" pitchFamily="18" charset="0"/>
              </a:rPr>
              <a:t>/ </a:t>
            </a:r>
            <a:r>
              <a:rPr lang="en-US" sz="400" noProof="1">
                <a:solidFill>
                  <a:srgbClr val="000000"/>
                </a:solidFill>
                <a:latin typeface="Serifa BT" panose="02060703030505020204" pitchFamily="18" charset="0"/>
              </a:rPr>
              <a:t>Email: &lt;&lt;EMAIL ID&gt;&gt;</a:t>
            </a:r>
            <a:endParaRPr lang="en-US" sz="300" b="0" noProof="1">
              <a:solidFill>
                <a:srgbClr val="000000"/>
              </a:solidFill>
              <a:latin typeface="Serifa BT" panose="020607030305050202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871254-5D1A-9B89-0D7C-13F84B91463F}"/>
              </a:ext>
            </a:extLst>
          </p:cNvPr>
          <p:cNvSpPr txBox="1"/>
          <p:nvPr/>
        </p:nvSpPr>
        <p:spPr>
          <a:xfrm>
            <a:off x="0" y="1794285"/>
            <a:ext cx="30860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noProof="1">
                <a:solidFill>
                  <a:srgbClr val="FFFFFF"/>
                </a:solidFill>
                <a:latin typeface="Serifa BT" panose="02060703030505020204" pitchFamily="18" charset="0"/>
              </a:rPr>
              <a:t>www.iimu.in | bba.iimu.ac.in 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086100" cy="384048"/>
          </a:xfrm>
          <a:prstGeom prst="rect">
            <a:avLst/>
          </a:prstGeom>
          <a:solidFill>
            <a:srgbClr val="487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1">
              <a:latin typeface="Serifa BT" panose="020607030305050202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" y="54864"/>
            <a:ext cx="1285929" cy="20005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700" b="1" noProof="1">
                <a:solidFill>
                  <a:srgbClr val="FFFFFF"/>
                </a:solidFill>
                <a:latin typeface="Nirmala Text" panose="020B0502040204020203" pitchFamily="34" charset="0"/>
                <a:ea typeface="Nirmala Text" panose="020B0502040204020203" pitchFamily="34" charset="0"/>
                <a:cs typeface="Nirmala Text" panose="020B0502040204020203" pitchFamily="34" charset="0"/>
              </a:rPr>
              <a:t>भारतीय प्रबंध संस्थान उदयपुर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201168"/>
            <a:ext cx="1903085" cy="20005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lang="en-US" sz="700" b="1" noProof="1">
                <a:solidFill>
                  <a:srgbClr val="FFFFFF"/>
                </a:solidFill>
                <a:latin typeface="Serifa BT" panose="02060703030505020204" pitchFamily="18" charset="0"/>
              </a:rPr>
              <a:t>Indian Institute of Management Udaipur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84048"/>
            <a:ext cx="3086100" cy="27432"/>
          </a:xfrm>
          <a:prstGeom prst="rect">
            <a:avLst/>
          </a:prstGeom>
          <a:solidFill>
            <a:srgbClr val="F8E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noProof="1">
              <a:latin typeface="Serifa BT" panose="0206070303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D20696-8867-723A-9A7D-3AC291F3A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587" y="-41088"/>
            <a:ext cx="51435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250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195</Words>
  <Application>Microsoft Office PowerPoint</Application>
  <PresentationFormat>Custom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Nirmala UI</vt:lpstr>
      <vt:lpstr>Noto Sans</vt:lpstr>
      <vt:lpstr>Serifa BT</vt:lpstr>
      <vt:lpstr>Calibri</vt:lpstr>
      <vt:lpstr>Arial</vt:lpstr>
      <vt:lpstr>Nirmala Text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Kunal</dc:creator>
  <cp:keywords/>
  <dc:description>generated using python-pptx</dc:description>
  <cp:lastModifiedBy>Kunal Kumar</cp:lastModifiedBy>
  <cp:revision>45</cp:revision>
  <dcterms:created xsi:type="dcterms:W3CDTF">2013-01-27T09:14:16Z</dcterms:created>
  <dcterms:modified xsi:type="dcterms:W3CDTF">2026-08-21T09:26:53Z</dcterms:modified>
  <cp:category/>
</cp:coreProperties>
</file>